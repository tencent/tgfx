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PERMUTATION 方案走读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 alpha-only 纹理 draw 的全链路追踪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TextureEffect 处理一张 isAlphaOnly()=true 的纹理为例，完整走完旧/新两条路径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10728655" cy="1097280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0332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15–70 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96512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首帧累积延迟 → &lt;1 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07738" y="370332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~14 MB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07738" y="4096512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编译器体积可消除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83957" y="370332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83957" y="4096512"/>
            <a:ext cx="3576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Processor 逐批接入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728655" cy="82296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10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本例场景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5230368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App 绘制一张 alpha-only 纹理（如字体图集、单通道 mask）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• textureProxy-&gt;isAlphaOnly()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• 无 YUV、无 RGBAAA、无 Subset、无 Perspective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旧路径完整 TRACE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CEBEB"/>
          </a:solidFill>
          <a:ln w="9525">
            <a:solidFill>
              <a:srgbClr val="E94F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flags=0b00000100 (bit2=alphaOnly)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本例在现有系统中的执行全过程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943600" cy="603504"/>
          </a:xfrm>
          <a:prstGeom prst="rect">
            <a:avLst/>
          </a:prstGeom>
          <a:solidFill>
            <a:srgbClr val="F8F9FC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72768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1. DrawOp::execute()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1810512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ProgramInfo::getProgram()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2212848"/>
            <a:ext cx="5943600" cy="603504"/>
          </a:xfrm>
          <a:prstGeom prst="rect">
            <a:avLst/>
          </a:prstGeom>
          <a:solidFill>
            <a:srgbClr val="F8F9FC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231136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2. computeProcessorKey()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TextureEffect: flags |= isAlphaOnly() ? 2 :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产出 BytesKey（不透明 7-bit）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2871216"/>
            <a:ext cx="5943600" cy="603504"/>
          </a:xfrm>
          <a:prstGeom prst="rect">
            <a:avLst/>
          </a:prstGeom>
          <a:solidFill>
            <a:srgbClr val="F8F9FC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889504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3. GlobalCache::findProgram(key)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1248" y="3127248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MISS（首次见到此 flags 组合）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529584"/>
            <a:ext cx="5943600" cy="603504"/>
          </a:xfrm>
          <a:prstGeom prst="rect">
            <a:avLst/>
          </a:prstGeom>
          <a:solidFill>
            <a:srgbClr val="FCEBEB"/>
          </a:solidFill>
          <a:ln w="6350">
            <a:solidFill>
              <a:srgbClr val="E9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54787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4. ProgramBuilder::CreateProgram()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" y="3785616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GLSLTextureEffect::emitCode()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C++ 拼接: color = vec4(0,0,0,color.a)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5943600" cy="603504"/>
          </a:xfrm>
          <a:prstGeom prst="rect">
            <a:avLst/>
          </a:prstGeom>
          <a:solidFill>
            <a:srgbClr val="FCEBEB"/>
          </a:solidFill>
          <a:ln w="6350">
            <a:solidFill>
              <a:srgbClr val="E94F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20624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5. shaderc (glslang → SPIR-V)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248" y="4443984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~2–5 ms per shader variant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4846320"/>
            <a:ext cx="5943600" cy="603504"/>
          </a:xfrm>
          <a:prstGeom prst="rect">
            <a:avLst/>
          </a:prstGeom>
          <a:solidFill>
            <a:srgbClr val="FCEBEB"/>
          </a:solidFill>
          <a:ln w="6350">
            <a:solidFill>
              <a:srgbClr val="E94F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864608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6. spirv-cross → MSL / tint → WGSL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" y="5102352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94F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~1–3 ms 跨语言翻译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5504688"/>
            <a:ext cx="5943600" cy="603504"/>
          </a:xfrm>
          <a:prstGeom prst="rect">
            <a:avLst/>
          </a:prstGeom>
          <a:solidFill>
            <a:srgbClr val="F8F9FC"/>
          </a:solidFill>
          <a:ln w="6350">
            <a:solidFill>
              <a:srgbClr val="E3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22976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7. GPU::createProgram()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" y="5760720"/>
            <a:ext cx="5724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└─ 写回 GlobalCache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49440" y="1554480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TextureEffect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onComputeProcessorKey()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1938528"/>
            <a:ext cx="4510735" cy="237744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1938528"/>
            <a:ext cx="4510735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2" name="Text 30"/>
          <p:cNvSpPr/>
          <p:nvPr/>
        </p:nvSpPr>
        <p:spPr>
          <a:xfrm>
            <a:off x="7077456" y="1938528"/>
            <a:ext cx="42547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现有 7-bit flags 编码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14032" y="2286000"/>
            <a:ext cx="4181551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uint32_t flags 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bit0: alphaStart==Zero → “无RGBAAA”反逻辑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(alphaStart == Zero()) ? 1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bit1: reserved(unused)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bit2: isAlphaOnly()     ← 本例=1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isAlphaOnly() ? 4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bit3: yuvFormat!=I420 (YUV only)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bit4: yuv limited range (YUV only)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bit5: needSubset()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bit6: constraint==Strict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本例产出: flags = 0b0000100 = 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等价于: "alphaOnly=true, 其余全false"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49440" y="4434840"/>
            <a:ext cx="4510735" cy="54864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0" y="4434840"/>
            <a:ext cx="45720" cy="548640"/>
          </a:xfrm>
          <a:prstGeom prst="rect">
            <a:avLst/>
          </a:prstGeom>
          <a:solidFill>
            <a:srgbClr val="E94F4F"/>
          </a:solidFill>
          <a:ln/>
        </p:spPr>
      </p:sp>
      <p:sp>
        <p:nvSpPr>
          <p:cNvPr id="36" name="Text 34"/>
          <p:cNvSpPr/>
          <p:nvPr/>
        </p:nvSpPr>
        <p:spPr>
          <a:xfrm>
            <a:off x="7205472" y="4434840"/>
            <a:ext cx="41266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问题：第 4–6 步在渲染提交关键路径上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但它们的输出完全由 flags=4 决定——确定性计算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旧路径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核心洞察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∈ [0, 2⁸) = 256 裸组合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emitCode() 的输出是 flags 的函数——可构建期穷举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50292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54480"/>
            <a:ext cx="45720" cy="5029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1554480"/>
            <a:ext cx="10344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 flags 必然产出相同 GLSL → 相同 SPIR-V → 相同 MSL/WGSL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结论：构建期穷举所有有效 flags，预编译打包，运行时查表即可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PermutationDomain 编码公式（mixed-radix LSB-first）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10728655" cy="11887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468880"/>
            <a:ext cx="10728655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46888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编码公式与全 bool 特例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6112" y="2816352"/>
            <a:ext cx="1039947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通用公式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 = Σ_i v[i] * stride[i],   stride[0]=1, stride[i]=stride[i-1]*dim[i-1].valueCount()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全 bool 维度时退化为标准位打包（因为每个 dim valueCount=2）：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index = Σ_i v[i] * 2^i = 位拼接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本例：4 维度 bool, ALPHA_ONLY 是第 1 个维度（按声明顺序）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  values = [HAS_YUV=0, ALPHA_ONLY=1, HAS_RGBAAA=0, HAS_SUBSET=0]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  index  = 0*1 + 1*2 + 0*4 + 0*8 = 2  (0b0010)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4048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位置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本例取值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刻度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HAS_YUV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D::0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ALPHA_ONLY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D::1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 ←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HAS_RGBAAA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D::2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HAS_SUBSET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D::3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217920" y="3840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本例贯穿数据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permutationIndex = 2 (0b0010)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后续每页追踪这个数据在各阶段的形态变化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46634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生产版 TextureFillShader 实际有 8 个维度（+YUV_FORMAT/YUV_RANGE/STRICT/PERSPECTIVE）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本走读用 4 维度简化版讲解，机制完全相同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维 bool → 2⁴=16 裸组合 → ShouldCompile 排除 6 → 10 有效变体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设计洞察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新路径 STEP ①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ALPHA_ONLY = D::1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声明维度：TextureFillShader.h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329184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10728655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src/gpu/shaders/level1/TextureFillShader.h  (完整代码)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10399471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namespace tgfx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class TextureFillShader : public PrecompiledShader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public: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一行宏声明所有 bool 维度，展开为: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  struct Dims { enum : uint32_t { HAS_YUV=0, ALPHA_ONLY=1, ..., COUNT=4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                static PermutationDomain domain();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TGFX_DEFINE_DIMS(HAS_YUV, ALPHA_ONLY, HAS_RGBAAA, HAS_SUBSET);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using D = Dims;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static_assert(D::COUNT == 4, "Update ShouldCompile when dims change.");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PrecompiledShaderInfo info() const override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return {"TextureFillShader",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"level1/texture_fill.vert",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"level1/texture_fill.frag",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D::domain(), ShouldCompile};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private: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YUV 纹理不会同时是 alpha-only 或有独立 alpha 平面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static bool ShouldCompile(const std::vector&lt;int&gt;&amp; v)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bool hasYuv = v[D::HAS_YUV] !=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bool alphaOnly = v[D::ALPHA_ONLY] !=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bool hasRgbaaa = v[D::HAS_RGBAAA] !=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return !(hasYuv &amp;&amp; (alphaOnly || hasRgbaaa));  // 排除结构性不可达组合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  // namespace tgfx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TGFX_REGISTER_SHADER(tgfx::TextureFillShader)  // 构建工具自动发现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19695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TGFX_DEFINE_DIMS 宏展开为 enum + domain()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19695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维度数变了这里就编译报错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19695" y="2971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返回 shader 元信息（名字 + 源文件 + domain + 裁剪函数）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19695" y="4069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构建工具用这个函数过滤死变体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19695" y="4572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静态自注册，构建工具无需解析 C++ 源码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98348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98348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TGFX_DEFINE_DIMS 展开为：enum “具名下标” + FromBoolNames(#__VA_ARGS__) 解析为 PermutationDomain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维度名即为构建期宏名：#define ALPHA_ONLY 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ShouldCompile 通过具名下标 D::HAS_YUV / D::ALPHA_ONLY 访问——不会错位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本例: ShouldCompile([0,1,0,0]) = !(0 &amp;&amp; (1||0)) = true → 该组合会被编译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维度声明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新路径 STEP ②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ALPHA_ONLY → 本例走此分支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 Shader 源码：texture_fill.frag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6217920" cy="39319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6217920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src/gpu/shaders/level1/texture_fill.frag  (纯 GLSL + #if 宏消费)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588873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#version 450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layout(location = 0) in vec2 v_texCoord;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layout(location = 0) out vec4 fragColor;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HAS_YUV                             // 本例=0, 跳过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layout(set=0, binding=0) uniform sampler2D u_texY;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layout(set=0, binding=1) uniform sampler2D u_texU;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layout(set=0, binding=2) uniform sampler2D u_texV;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#else                                   // ← 本例进入此分支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layout(set=0, binding=0) uniform sampler2D u_sampler;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#if HAS_RGBAAA                        // 本例=0, 跳过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layout(set=0, binding=1) uniform sampler2D u_alphaSampler;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#endif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HAS_SUBSET                          // 本例=0, 跳过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layout(set=0, binding=3) uniform SubsetBlock { vec4 u_subset;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void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vec4 color = texture(u_sampler, v_texCoord);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#if ALPHA_ONLY                        // ←←← 本例=1, 命中!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color = vec4(0.0, 0.0, 0.0, color.a);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#elif HAS_RGBAAA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color.a = texture(u_alphaSampler, v_texCoord).r;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#endif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fragColor = color;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23760" y="1554480"/>
            <a:ext cx="4967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与现有 emitCode() 的对应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1828800"/>
            <a:ext cx="4967935" cy="146304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828800"/>
            <a:ext cx="4967935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51776" y="1828800"/>
            <a:ext cx="47119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现有 GLSLTextureEffect::emitCode() 等价逻辑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88352" y="2176272"/>
            <a:ext cx="463875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C++ 拼接（现状）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if (isAlphaOnly())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fragBuilder-&gt;codeAppendf(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"%s = vec4(0,0,0,%s.a);",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args.outputColor, sample);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“翻译”为 #if ALPHA_ONLY 分支即可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223760" y="3474720"/>
            <a:ext cx="4967935" cy="228600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bool 维度用 #if DIMNAME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enum 维度用 #if DIMNAME == 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每个维度无论 0/1 都会生成 #define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共享代码放 src/gpu/shaders/common/*.glsl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等价于把 emitCode() “翻译”为纯 GLSL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Shader 源码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新路径 STEP 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values=[0,1,0,0] → index=2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Processor 接入：onComputePermutationValues()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181448" cy="25603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54480"/>
            <a:ext cx="5181448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现有：onComputeProcessorKey()  [7-bit 反逻辑]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1901952"/>
            <a:ext cx="485226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src/gpu/processors/TextureEffect.cpp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uint32_t flags 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bit0: “无RGBAAA”反逻辑!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(alphaStart == Point::Zero()) ? 1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bit1: reserved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bit2: isAlphaOnly()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flags |= isAlphaOnly() ? 4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bit3: yuvFormat!=I420 (only if YUV)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bit4: yuvRange limited (only if YUV)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bit5: needSubset()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bit6: constraint==Strict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BytesKey key;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key.write(flags);  // 不透明, 不可寻址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本例产出: flags=4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78728" y="1554480"/>
            <a:ext cx="5181448" cy="25603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554480"/>
            <a:ext cx="5181448" cy="292608"/>
          </a:xfrm>
          <a:prstGeom prst="rect">
            <a:avLst/>
          </a:prstGeom>
          <a:solidFill>
            <a:srgbClr val="3A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6744" y="1554480"/>
            <a:ext cx="492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新增：onComputePermutationValues()  [正逻辑, 具名索引]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43320" y="1901952"/>
            <a:ext cx="485226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src/gpu/processors/TextureEffect.cpp (NEW)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std::vector&lt;int&gt;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TextureEffect::onComputePermutationValues() const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using D = TextureFillShader::Dims;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std::vector&lt;int&gt; values(D::COUNT, 0);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values[D::HAS_YUV]    = (yuvTexture != nullptr) ? 1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values[D::ALPHA_ONLY] = textureProxy-&gt;isAlphaOnly() ? 1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values[D::HAS_RGBAAA] = (alphaStart != Point::Zero()) ? 1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values[D::HAS_SUBSET] = needSubset() ? 1 :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return values;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本例产出: [0, 1, 0, 0]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// encode() → index = 0*1 + 1*2 + 0*4 + 0*8 = 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728655" cy="45720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251960"/>
            <a:ext cx="45720" cy="4572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251960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左右对比：同样的状态映射，从“不透明 bit 反逻辑拼接”变为“具名正逻辑维度值”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两个方法共存——不删旧方法，不影响现有行为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46320"/>
          <a:ext cx="107286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对比项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旧 onComputeProcessorKey()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 onComputePermutationValues()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输出类型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不透明 BytesKey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可寻址 vector&lt;int&gt;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逻辑方向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bit0“无RGBAAA”反逻辑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D::HAS_RGBAAA 正逻辑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维度数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 bit (YUV性质隐含)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4/8 显式维度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可构建期寻址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是：domain.encode(values) → index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31520" y="61264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2032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迁移方式：把现有 flags 的反逻辑纠正为正逻辑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Processor 独立接入、独立测试，约 10–30 行代码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Processor 接入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 TRACE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decode(2)→[0,1,0,0]→#define ALPHA_ONLY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shader_build_tool 用本例的 index=2 跑一遍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666189" cy="960120"/>
          </a:xfrm>
          <a:prstGeom prst="rect">
            <a:avLst/>
          </a:prstGeom>
          <a:solidFill>
            <a:srgbClr val="F0F1F8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09344"/>
            <a:ext cx="155646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扫描注册表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ShaderRegistry::All()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97709" y="18745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4013" y="1554480"/>
            <a:ext cx="1666189" cy="960120"/>
          </a:xfrm>
          <a:prstGeom prst="rect">
            <a:avLst/>
          </a:prstGeom>
          <a:solidFill>
            <a:srgbClr val="F0F1F8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8877" y="1609344"/>
            <a:ext cx="155646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穷举组合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domain.decode(2)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10202" y="18745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6506" y="1554480"/>
            <a:ext cx="1666189" cy="960120"/>
          </a:xfrm>
          <a:prstGeom prst="rect">
            <a:avLst/>
          </a:prstGeom>
          <a:solidFill>
            <a:srgbClr val="F0F1F8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1370" y="1609344"/>
            <a:ext cx="155646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ShouldCompile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裁剪检查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22696" y="18745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9000" y="1554480"/>
            <a:ext cx="1666189" cy="960120"/>
          </a:xfrm>
          <a:prstGeom prst="rect">
            <a:avLst/>
          </a:prstGeom>
          <a:solidFill>
            <a:srgbClr val="E6F7F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3864" y="1609344"/>
            <a:ext cx="155646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宏展开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defineListFor(2)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35189" y="18745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81493" y="1554480"/>
            <a:ext cx="1666189" cy="960120"/>
          </a:xfrm>
          <a:prstGeom prst="rect">
            <a:avLst/>
          </a:prstGeom>
          <a:solidFill>
            <a:srgbClr val="E6F7F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6357" y="1609344"/>
            <a:ext cx="155646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后端编译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GLSL→SPIR-V→MSL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47682" y="18745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93986" y="1554480"/>
            <a:ext cx="1666189" cy="960120"/>
          </a:xfrm>
          <a:prstGeom prst="rect">
            <a:avLst/>
          </a:prstGeom>
          <a:solidFill>
            <a:srgbClr val="F0F1F8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8850" y="1609344"/>
            <a:ext cx="155646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写入 Bundle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IndexEntry{hash,blob}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1520" y="2651760"/>
            <a:ext cx="10728655" cy="1645920"/>
          </a:xfrm>
          <a:prstGeom prst="rect">
            <a:avLst/>
          </a:prstGeom>
          <a:solidFill>
            <a:srgbClr val="F4F5FA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2651760"/>
            <a:ext cx="10728655" cy="292608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2651760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本例详细追踪：index=2 (TextureFillShader)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96112" y="2999232"/>
            <a:ext cx="10399471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② decode(2) → values = [0, 1, 0, 0]  (HAS_YUV=0, ALPHA_ONLY=1, HAS_RGBAAA=0, HAS_SUBSET=0)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③ ShouldCompile([0,1,0,0]) = !(0 &amp;&amp; (1||0)) = true  → 编译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④ defineListFor(2) 产出以下 4 行宏，前置到 .frag 源码顶部: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HAS_YUV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ALPHA_ONLY 1       // ← 本例核心分支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HAS_RGBAAA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HAS_SUBSET 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⑤ 宏展开后 shader 净代码（死分支已被预处理器剥离）: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  color = vec4(0.0, 0.0, 0.0, color.a);  // ALPHA_ONLY 分支命中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→ glslang → SPIR-V blob (Vulkan)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→ spirv-cross → MSL text (Metal)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→ tint → WGSL text (WebGPU)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→ 保留 GLSL text (OpenGL)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10728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文件格式（每个 backend 各一份）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709160"/>
          <a:ext cx="107286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区段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内容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本例对应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FileHeader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magic(TGSH) + version + backend + entryCount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entryCount = 10 (有效变体数)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IndexEntry[]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 Hash128(PipelineKey) 字典序排列的索引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index=2 的 entry: {hashHi, hashLo, blobOffset, blobSize, reflOffset}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Reflection Pool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UniformDesc[]/SamplerDesc[]/AttributeDesc[]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u_sampler: binding=0, type=sampler2D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Shader Data Pool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VS/FS 二进制或文本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5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本例的 SPIR-V blob / MSL text / ...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731520" y="6080760"/>
            <a:ext cx="10728655" cy="3657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32" name="Shape 29"/>
          <p:cNvSpPr/>
          <p:nvPr/>
        </p:nvSpPr>
        <p:spPr>
          <a:xfrm>
            <a:off x="731520" y="6080760"/>
            <a:ext cx="45720" cy="36576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3" name="Text 30"/>
          <p:cNvSpPr/>
          <p:nvPr/>
        </p:nvSpPr>
        <p:spPr>
          <a:xfrm>
            <a:off x="987552" y="6080760"/>
            <a:ext cx="10344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开发体验：改 .frag → Ninja 自动重跑 shader_build_tool → 仅重编受影响变体，等同改 .cpp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构建期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9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 TRACE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solidFill>
            <a:srgbClr val="F0ECF7"/>
          </a:solidFill>
          <a:ln w="9525">
            <a:solidFill>
              <a:srgbClr val="6B5B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095" y="347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Hash128(index=2) → Bundle 二分查找命中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本例的新路径完整执行流程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0728655" cy="566928"/>
          </a:xfrm>
          <a:prstGeom prst="rect">
            <a:avLst/>
          </a:prstGeom>
          <a:solidFill>
            <a:srgbClr val="F8F9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7276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1. DrawOp::execute()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" y="184708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入口——与旧路径相同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10728655" cy="566928"/>
          </a:xfrm>
          <a:prstGeom prst="rect">
            <a:avLst/>
          </a:prstGeom>
          <a:solidFill>
            <a:srgbClr val="F8F9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21284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2. EffectDecomposer::Decompose(gp, [TextureEffect], xp, blendMode)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9536" y="248716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 Processor 组合 → 命中 TextureFillShader → 单 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10728655" cy="566928"/>
          </a:xfrm>
          <a:prstGeom prst="rect">
            <a:avLst/>
          </a:prstGeom>
          <a:solidFill>
            <a:srgbClr val="F8F9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85292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3. TextureEffect::onComputePermutationValues()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" y="312724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 [0,1,0,0] → encode() → permutationIndex =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10728655" cy="566928"/>
          </a:xfrm>
          <a:prstGeom prst="rect">
            <a:avLst/>
          </a:prstGeom>
          <a:solidFill>
            <a:srgbClr val="F8F9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49300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4. PipelineKey{"TextureFillShader", index=2, rtFormat, sampleCount, blendState}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" y="376732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Hash128() → 128-bit key → GlobalCache::findProgram() → MISS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04164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10728655" cy="566928"/>
          </a:xfrm>
          <a:prstGeom prst="rect">
            <a:avLst/>
          </a:prstGeom>
          <a:solidFill>
            <a:srgbClr val="E6F7F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13308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5. PrecompiledShaderCache::find(key)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9536" y="440740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二分查找 IndexEntry[] → 命中! 返回 SPIR-V blob + ReflectionEntry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68172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4754880"/>
            <a:ext cx="10728655" cy="566928"/>
          </a:xfrm>
          <a:prstGeom prst="rect">
            <a:avLst/>
          </a:prstGeom>
          <a:solidFill>
            <a:srgbClr val="F8F9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77316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6. CreateProgramFromBlob(context, blob)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" y="504748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用预编译产物创建 Program → 写回 GlobalCache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321808"/>
            <a:ext cx="182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5394960"/>
            <a:ext cx="10728655" cy="566928"/>
          </a:xfrm>
          <a:prstGeom prst="rect">
            <a:avLst/>
          </a:prstGeom>
          <a:solidFill>
            <a:srgbClr val="F8F9FC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541324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45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7. setData() + bindPipelineAndDraw()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9536" y="5687568"/>
            <a:ext cx="10472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填充 Uniform、提交 GPU 命令——与旧路径相同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" y="6217920"/>
            <a:ext cx="45720" cy="4572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" y="6217920"/>
            <a:ext cx="10344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兆底：若 PrecompiledShaderCache 未命中 → 回退到 ProgramBuilder::CreateProgram()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过渡期两条路径共存，不中断渲染；100% 覆盖后才下线旧路径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运行时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01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对比总结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同一次 alpha-only draw：旧路径 7 步 vs 新路径 7 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12700">
            <a:solidFill>
              <a:srgbClr val="E3E6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5181448" cy="3931920"/>
          </a:xfrm>
          <a:prstGeom prst="rect">
            <a:avLst/>
          </a:prstGeom>
          <a:solidFill>
            <a:srgbClr val="FCEBEB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09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9536" y="193852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" y="188366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DrawOp::execute()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9536" y="244144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52144" y="238658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computeProcessorKey() → flags=4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9536" y="294436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52144" y="288950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GlobalCache miss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" y="3447288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" y="339242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emitCode() C++ 拼接 GLSL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9536" y="3950208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52144" y="389534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shaderc → SPIR-V  (~3ms)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" y="4453128"/>
            <a:ext cx="201168" cy="201168"/>
          </a:xfrm>
          <a:prstGeom prst="ellipse">
            <a:avLst/>
          </a:prstGeom>
          <a:solidFill>
            <a:srgbClr val="E94F4F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4453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" y="439826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F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spirv-cross → MSL  (~2ms)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" y="495604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4956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52144" y="490118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createProgram() + setData()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78728" y="1554480"/>
            <a:ext cx="5181448" cy="3931920"/>
          </a:xfrm>
          <a:prstGeom prst="rect">
            <a:avLst/>
          </a:prstGeom>
          <a:solidFill>
            <a:srgbClr val="E6F7F5"/>
          </a:solidFill>
          <a:ln w="9525">
            <a:solidFill>
              <a:srgbClr val="E3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5032" y="1609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AFTER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6744" y="193852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6744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9352" y="188366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DrawOp::execute()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6744" y="244144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6744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9352" y="238658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EffectDecomposer → TextureFillShader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6744" y="294436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38" name="Text 36"/>
          <p:cNvSpPr/>
          <p:nvPr/>
        </p:nvSpPr>
        <p:spPr>
          <a:xfrm>
            <a:off x="6406744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99352" y="288950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onComputePermutationValues() → index=2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6744" y="344728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41" name="Text 39"/>
          <p:cNvSpPr/>
          <p:nvPr/>
        </p:nvSpPr>
        <p:spPr>
          <a:xfrm>
            <a:off x="6406744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99352" y="339242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PipelineKey → Hash128 → GlobalCache miss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6744" y="3950208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4" name="Text 42"/>
          <p:cNvSpPr/>
          <p:nvPr/>
        </p:nvSpPr>
        <p:spPr>
          <a:xfrm>
            <a:off x="6406744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99352" y="389534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PrecompiledShaderCache::find() 命中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6744" y="4453128"/>
            <a:ext cx="201168" cy="20116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7" name="Text 45"/>
          <p:cNvSpPr/>
          <p:nvPr/>
        </p:nvSpPr>
        <p:spPr>
          <a:xfrm>
            <a:off x="6406744" y="4453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9352" y="439826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CreateProgramFromBlob() (&lt;0.1ms)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6744" y="4956048"/>
            <a:ext cx="201168" cy="201168"/>
          </a:xfrm>
          <a:prstGeom prst="ellipse">
            <a:avLst/>
          </a:prstGeom>
          <a:solidFill>
            <a:srgbClr val="6B7494"/>
          </a:solidFill>
          <a:ln/>
        </p:spPr>
      </p:sp>
      <p:sp>
        <p:nvSpPr>
          <p:cNvPr id="50" name="Text 48"/>
          <p:cNvSpPr/>
          <p:nvPr/>
        </p:nvSpPr>
        <p:spPr>
          <a:xfrm>
            <a:off x="6406744" y="4956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99352" y="4901184"/>
            <a:ext cx="461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setData() + bindPipelineAndDraw()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" y="5623560"/>
            <a:ext cx="10728655" cy="50292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53" name="Shape 51"/>
          <p:cNvSpPr/>
          <p:nvPr/>
        </p:nvSpPr>
        <p:spPr>
          <a:xfrm>
            <a:off x="731520" y="5623560"/>
            <a:ext cx="45720" cy="5029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54" name="Text 52"/>
          <p:cNvSpPr/>
          <p:nvPr/>
        </p:nvSpPr>
        <p:spPr>
          <a:xfrm>
            <a:off x="987552" y="5623560"/>
            <a:ext cx="103446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消除第 4–6 步：累积延迟 15–70 ms → &lt;1 ms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体积：shaderc + spirv-cross + tint 合计 9–14 MB 不再需要携带（编译器仅构建期使用）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9525">
            <a:solidFill>
              <a:srgbClr val="E3E6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63642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· Shader Permutation  ▸ 对比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94415" y="63642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容错体系、迁移策略与工程规模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3454298" cy="164592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" y="877824"/>
            <a:ext cx="319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编译期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" y="1152144"/>
            <a:ext cx="319826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static_assert(D::COUNT==N)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info() 纯虚函数约束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维度增删必然编译失败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68698" y="822960"/>
            <a:ext cx="3454298" cy="164592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6714" y="877824"/>
            <a:ext cx="319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 (9 项检查)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96714" y="1152144"/>
            <a:ext cx="319826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GLSL 语法校验 (报维度取值)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注册表 vs 文件比对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ShouldCompile 全排除报错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名长度校验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Processor 覆盖率检查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05877" y="822960"/>
            <a:ext cx="3454298" cy="1645920"/>
          </a:xfrm>
          <a:prstGeom prst="rect">
            <a:avLst/>
          </a:prstGeom>
          <a:solidFill>
            <a:srgbClr val="10173A"/>
          </a:solidFill>
          <a:ln w="9525">
            <a:solidFill>
              <a:srgbClr val="3E4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3893" y="877824"/>
            <a:ext cx="31982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3893" y="1152144"/>
            <a:ext cx="319826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find()=null → fallback 旧路径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hash 不匹配 → 拒绝加载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Debug 断言 / Release 记日志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1072865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88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迁移策略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3063240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逐 Processor 独立接入，互不影响；每接一个 = 写 .h + .frag + 重写一个方法，跑截图回归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3337560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RuntimeEffect 保持独立编译路径，不受影响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3611880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旧路径 (ProgramBuilder) 与新路径长期共存，直到 100% 覆盖后才下线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3886200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下线是独立里程碑决策，需另行评审确认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1072865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43400"/>
            <a:ext cx="21457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2145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77251" y="4343400"/>
            <a:ext cx="21457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4→8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77251" y="4663440"/>
            <a:ext cx="2145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维度/Shader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2982" y="4343400"/>
            <a:ext cx="21457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~10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2982" y="4663440"/>
            <a:ext cx="2145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有效变体/Shader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68713" y="4343400"/>
            <a:ext cx="21457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&lt;1 ms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68713" y="4663440"/>
            <a:ext cx="2145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运行时查表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14444" y="4343400"/>
            <a:ext cx="21457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5 阶段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14444" y="4663440"/>
            <a:ext cx="21457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分步落地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0728655" cy="0"/>
          </a:xfrm>
          <a:prstGeom prst="line">
            <a:avLst/>
          </a:prstGeom>
          <a:noFill/>
          <a:ln w="9525">
            <a:solidFill>
              <a:srgbClr val="3E4F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66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A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设计文档：docs/shader-permutation-system-design.md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49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实施计划：docs/shader-permutation-implementation-plan.md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 Shader Permutation · 方案走读</dc:title>
  <dc:subject>PptxGenJS Presentation</dc:subject>
  <dc:creator>TGFX Graphics Team</dc:creator>
  <cp:lastModifiedBy>TGFX Graphics Team</cp:lastModifiedBy>
  <cp:revision>1</cp:revision>
  <dcterms:created xsi:type="dcterms:W3CDTF">2026-07-06T14:01:27Z</dcterms:created>
  <dcterms:modified xsi:type="dcterms:W3CDTF">2026-07-06T14:01:27Z</dcterms:modified>
</cp:coreProperties>
</file>